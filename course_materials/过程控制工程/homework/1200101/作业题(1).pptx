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00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2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BABE2EA6-332D-4261-A4E0-0A4E783B7F67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F4ED57D0-109F-4505-BD7D-388F92B6E6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64BA43FC-27B1-4CD2-B931-0EC06680B4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D407B0F2-07A6-4BC1-A7ED-6C098B414C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A53E4BD9-EE99-418A-B0CB-5172966F6E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E45F37CE-7CFE-4808-833E-1321E39D7A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E8DA1A6C-C9D7-48B6-93E6-EBFA8F1F6F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4CC0CA9E-174C-4FE7-B2D8-B9FF2F946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B87985B3-21A0-4F36-9B90-A4F34D5F8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1C01478A-E5B7-4F63-8007-8427A3F6419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1537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1537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D17EEDCB-40AD-446E-95BA-29D0EFF628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B1C00958-FC3D-4DB9-B183-490FA5F231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79816250-AD1A-4A23-94AF-25BD7AA734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7A76C08-E8D0-48AE-B6EF-B7B31769F72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4845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31D6DCC-5342-4460-864F-03975DE6B7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9BC6A05-31DB-4511-BDA3-89C287C20A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3EEB1EB-181C-4A45-B30C-55C04C2E19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E0EE9C-8F54-4963-898D-893BF1B8155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3222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E0B8189-67F9-4E41-88C9-3505042904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3ABFBB1-11B5-4323-8BC0-6586D4E8AC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9CBDE79-6019-4577-B4BA-BF4A8B0707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3A6351-6BFB-425F-8A06-8D23A91D687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8915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D80ACFB-8FA1-4B51-B97A-9957C34E89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F7243E0-373D-43A7-813C-03C778FB09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2864E8B-8D5B-47CD-B68F-E28CE49A05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534DA9-FD02-40A9-A1D5-729B1CEA961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8733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A62AB13F-0A69-47AE-B511-2050AD5BDE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40F8200C-1C2E-4FF1-A25E-55E4D901F0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515058CB-B137-442B-8829-A301C0537C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96E547-E9A8-419E-B89B-34BC996C983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8300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9840EE18-BE71-4368-BECB-19FE56D9AE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7207E90B-967C-4988-884C-7BEE087ABA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1672C006-1FC3-41EC-9218-60E61DBE74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25DE85-025E-44ED-B0A5-789601D5305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746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38995C99-6F92-4B97-BCA7-39A877E7F7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A7737E33-5447-4330-A747-ECD01983F6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8C753731-674B-4473-92B6-FC096E923B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6F61A2-AEBD-4E94-A2B9-BACB8A2ADD1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3409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E75F1B5-7595-4F38-93FB-FD39DD3B5F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1D74EE9-804E-4CEB-BCB1-2A63A48ED7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E3D0783-965C-4F5E-BF05-CD2501D47D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BCF130-5D3C-4E28-B6BB-27D235939BE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2092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CCD38FF-CBD6-4A5C-9C57-7A3302B418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254D694-E590-4A2D-BEDC-577105E25C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5587472-C575-4C8F-A304-678E73D2C1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96DEFF-FB58-40B1-A45A-064F72A56C1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6585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E73CC7C-E6DD-4910-BD32-5FA7DADCC9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A69AA4D-9B7C-4048-AA00-73E729236F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C7E06DF-BB1F-4458-AD09-E26B134A36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183E4A-F0A1-43D1-BC04-F05A4B5142C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8265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35DF44A-2E39-4A7F-9301-AA66B028E4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6FCF013-A432-40CE-9964-D69D953F9C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93E27CB-65B8-464A-9A82-089FC7079B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B1DC4C-22B8-4219-A331-AF37A07F489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985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111A1D4-57FF-4087-A9A4-4908D6C835F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latin typeface="Tahoma" panose="020B0604030504040204" pitchFamily="34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2291229-22EA-4312-A194-CDBFD39E267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latin typeface="Tahoma" panose="020B0604030504040204" pitchFamily="34" charset="0"/>
            </a:endParaRP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CAECFBF-71D0-42FE-BB05-6840AECC8E6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latin typeface="Tahoma" panose="020B0604030504040204" pitchFamily="34" charset="0"/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4FA5FDD-4AB6-44A2-BB5B-2CE52E324AB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latin typeface="Tahoma" panose="020B0604030504040204" pitchFamily="34" charset="0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8773718-259F-4C74-8CAE-722CBC6817B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latin typeface="Tahoma" panose="020B0604030504040204" pitchFamily="34" charset="0"/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10D9DD20-9A6D-480E-B83F-22333ACC250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latin typeface="Tahoma" panose="020B0604030504040204" pitchFamily="34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B75162A-FAD4-48E8-A872-3AA4D535DC3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latin typeface="Tahoma" panose="020B0604030504040204" pitchFamily="34" charset="0"/>
            </a:endParaRP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4C767260-DCC3-4546-963F-4EE68B7B5DE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577AE92E-A28C-4647-85A3-0DA6E1C4393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4347" name="Rectangle 11">
            <a:extLst>
              <a:ext uri="{FF2B5EF4-FFF2-40B4-BE49-F238E27FC236}">
                <a16:creationId xmlns:a16="http://schemas.microsoft.com/office/drawing/2014/main" id="{30A294A3-FD92-4F99-86CD-E48EEE7D3B3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8" name="Rectangle 12">
            <a:extLst>
              <a:ext uri="{FF2B5EF4-FFF2-40B4-BE49-F238E27FC236}">
                <a16:creationId xmlns:a16="http://schemas.microsoft.com/office/drawing/2014/main" id="{EC7CA09E-7C5D-4FD5-9312-02D67E58632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9" name="Rectangle 13">
            <a:extLst>
              <a:ext uri="{FF2B5EF4-FFF2-40B4-BE49-F238E27FC236}">
                <a16:creationId xmlns:a16="http://schemas.microsoft.com/office/drawing/2014/main" id="{D4F11761-02F1-4C28-8B99-11CA1169097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94F7D1C9-D3FD-48B5-9626-01BA78889B3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9950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F9473-418E-FD8D-EFDB-4D92A8586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>
            <a:extLst>
              <a:ext uri="{FF2B5EF4-FFF2-40B4-BE49-F238E27FC236}">
                <a16:creationId xmlns:a16="http://schemas.microsoft.com/office/drawing/2014/main" id="{B01BF505-B79D-A924-8EAA-E5993DEE70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书面作业</a:t>
            </a:r>
          </a:p>
        </p:txBody>
      </p:sp>
      <p:graphicFrame>
        <p:nvGraphicFramePr>
          <p:cNvPr id="67587" name="对象 2">
            <a:extLst>
              <a:ext uri="{FF2B5EF4-FFF2-40B4-BE49-F238E27FC236}">
                <a16:creationId xmlns:a16="http://schemas.microsoft.com/office/drawing/2014/main" id="{35B2BD64-125F-17FC-132D-8C0CF79235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1916113"/>
          <a:ext cx="4751388" cy="449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336280" imgH="5045760" progId="Visio.Drawing.11">
                  <p:embed/>
                </p:oleObj>
              </mc:Choice>
              <mc:Fallback>
                <p:oleObj r:id="rId2" imgW="5336280" imgH="5045760" progId="Visio.Drawing.11">
                  <p:embed/>
                  <p:pic>
                    <p:nvPicPr>
                      <p:cNvPr id="67587" name="对象 2">
                        <a:extLst>
                          <a:ext uri="{FF2B5EF4-FFF2-40B4-BE49-F238E27FC236}">
                            <a16:creationId xmlns:a16="http://schemas.microsoft.com/office/drawing/2014/main" id="{14C24604-56A7-45B7-9842-863ED1EBF4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916113"/>
                        <a:ext cx="4751388" cy="449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8" name="Text Box 4">
            <a:extLst>
              <a:ext uri="{FF2B5EF4-FFF2-40B4-BE49-F238E27FC236}">
                <a16:creationId xmlns:a16="http://schemas.microsoft.com/office/drawing/2014/main" id="{67D78D3C-CB77-BA69-6E54-260D0EB7E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133600"/>
            <a:ext cx="3025775" cy="323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将左侧锅炉的比值控制方案修改成对应的双交叉控制方案，并解释蒸汽压力设定值变化时控制系统的响应过程。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注意：可能需要多个乘法器。</a:t>
            </a:r>
          </a:p>
        </p:txBody>
      </p:sp>
    </p:spTree>
    <p:extLst>
      <p:ext uri="{BB962C8B-B14F-4D97-AF65-F5344CB8AC3E}">
        <p14:creationId xmlns:p14="http://schemas.microsoft.com/office/powerpoint/2010/main" val="3211416362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</TotalTime>
  <Words>38</Words>
  <Application>Microsoft Office PowerPoint</Application>
  <PresentationFormat>全屏显示(4:3)</PresentationFormat>
  <Paragraphs>3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Tahoma</vt:lpstr>
      <vt:lpstr>Times New Roman</vt:lpstr>
      <vt:lpstr>Wingdings</vt:lpstr>
      <vt:lpstr>Blends</vt:lpstr>
      <vt:lpstr>Visio.Drawing.11</vt:lpstr>
      <vt:lpstr>书面作业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 YY</dc:creator>
  <cp:lastModifiedBy>Carol YY</cp:lastModifiedBy>
  <cp:revision>3</cp:revision>
  <dcterms:created xsi:type="dcterms:W3CDTF">2024-10-19T12:33:14Z</dcterms:created>
  <dcterms:modified xsi:type="dcterms:W3CDTF">2024-10-22T05:53:54Z</dcterms:modified>
</cp:coreProperties>
</file>