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529" r:id="rId2"/>
    <p:sldId id="530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17" autoAdjust="0"/>
    <p:restoredTop sz="86386" autoAdjust="0"/>
  </p:normalViewPr>
  <p:slideViewPr>
    <p:cSldViewPr snapToGrid="0">
      <p:cViewPr varScale="1">
        <p:scale>
          <a:sx n="79" d="100"/>
          <a:sy n="79" d="100"/>
        </p:scale>
        <p:origin x="184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92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4AD84-0499-4CE3-8DDE-269C5EB0B878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37BC1-1D70-4CA1-A35E-699DC4872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0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>
            <a:extLst>
              <a:ext uri="{FF2B5EF4-FFF2-40B4-BE49-F238E27FC236}">
                <a16:creationId xmlns:a16="http://schemas.microsoft.com/office/drawing/2014/main" id="{6883EC9E-FD30-A33C-D115-FE0D5F3CE9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>
            <a:extLst>
              <a:ext uri="{FF2B5EF4-FFF2-40B4-BE49-F238E27FC236}">
                <a16:creationId xmlns:a16="http://schemas.microsoft.com/office/drawing/2014/main" id="{AAC86008-8AF8-7295-B0F9-21713AF435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>
              <a:buFontTx/>
              <a:buAutoNum type="arabicPeriod"/>
            </a:pPr>
            <a:endParaRPr lang="en-US" altLang="zh-CN" dirty="0"/>
          </a:p>
        </p:txBody>
      </p:sp>
      <p:sp>
        <p:nvSpPr>
          <p:cNvPr id="103428" name="灯片编号占位符 3">
            <a:extLst>
              <a:ext uri="{FF2B5EF4-FFF2-40B4-BE49-F238E27FC236}">
                <a16:creationId xmlns:a16="http://schemas.microsoft.com/office/drawing/2014/main" id="{7F600896-F14A-5EBA-DFB4-4DB90CC455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D825CA-A875-44E7-9812-210C40E4DB40}" type="slidenum">
              <a:rPr kumimoji="1" altLang="zh-CN" sz="1200" b="0" i="0" u="none" strike="noStrike" kern="1200" cap="none" spc="0" normalizeH="0" baseline="0" noProof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4657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>
            <a:extLst>
              <a:ext uri="{FF2B5EF4-FFF2-40B4-BE49-F238E27FC236}">
                <a16:creationId xmlns:a16="http://schemas.microsoft.com/office/drawing/2014/main" id="{6883EC9E-FD30-A33C-D115-FE0D5F3CE9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>
            <a:extLst>
              <a:ext uri="{FF2B5EF4-FFF2-40B4-BE49-F238E27FC236}">
                <a16:creationId xmlns:a16="http://schemas.microsoft.com/office/drawing/2014/main" id="{AAC86008-8AF8-7295-B0F9-21713AF435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>
              <a:buFontTx/>
              <a:buAutoNum type="arabicPeriod"/>
            </a:pPr>
            <a:endParaRPr lang="en-US" altLang="zh-CN" dirty="0"/>
          </a:p>
        </p:txBody>
      </p:sp>
      <p:sp>
        <p:nvSpPr>
          <p:cNvPr id="103428" name="灯片编号占位符 3">
            <a:extLst>
              <a:ext uri="{FF2B5EF4-FFF2-40B4-BE49-F238E27FC236}">
                <a16:creationId xmlns:a16="http://schemas.microsoft.com/office/drawing/2014/main" id="{7F600896-F14A-5EBA-DFB4-4DB90CC455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D825CA-A875-44E7-9812-210C40E4DB40}" type="slidenum">
              <a:rPr kumimoji="1" altLang="zh-CN" sz="1200" b="0" i="0" u="none" strike="noStrike" kern="1200" cap="none" spc="0" normalizeH="0" baseline="0" noProof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666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DAE5F43-5961-E5DB-FB10-C6CFC5010BF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6B47F6CC-FACD-984D-0EEB-FABFF0104E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208D1B55-C7FA-0BAA-E3DF-ACE491DB0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610642D3-6F6F-F30A-65F3-5E3B52AFB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0B9A627B-2C31-7120-7310-FAC87FAE5B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42B575F-D0D4-EFD2-1D6D-99C1EB4356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04B2DC9-6A20-E2DE-D09E-451173448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2D4F5EFF-30A0-9BA5-DDB5-0116D849D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7A5B3E07-1859-A917-7BE7-897A7C8D5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347A9C1E-897A-4318-7590-BB97C4CF8C0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9626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zh-CN" noProof="0"/>
          </a:p>
        </p:txBody>
      </p:sp>
      <p:sp>
        <p:nvSpPr>
          <p:cNvPr id="9626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en-US" altLang="zh-CN" noProof="0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51EF6DDC-7016-4B3C-F293-50106E44EE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A741AD3-B5B7-BBE1-F5A1-2427513B0F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37B776B8-E9A3-58FA-4AE8-3730A7C7D6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B092748-66F4-4783-9010-14ADFD7B2034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97666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C52D9A1-DF7A-BEF1-DDDD-E443CA4B20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F1C96C1-1292-31C9-5DF9-83583B621C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4D403DB-0207-DC06-1FBB-0FCF28A31B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FD71B-A5DD-44F4-AF0F-E775EC0D835F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4984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5899D56-7F28-6945-9CB1-6FB1F787E3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DC7760B-57D7-8E62-29FC-ACAEE5234A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CDB2535-10D3-EBD6-F176-EC16BE4A12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FE8D4-2CFE-485B-8674-82F3C0CA8395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54180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973DA78-5737-EA08-741B-0FCFA17675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1309ED1-5EB5-369F-948B-BDE0556F6A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BAE7FCC-C47E-3D74-E251-FAFE50BF37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77D32D-09FC-45F5-B0AC-62922A73E569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49523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437326EE-8BEE-F63D-1177-C61EA2E8F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6EB77ED-CF64-25B1-FC95-F2C80A902B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EAC0EE1-967B-7B34-BB37-53A5777417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56CA23-529D-419A-8692-98B6C207AF8C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2765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180621B8-7457-3AB5-2FDB-B4DB55E693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B6C2B65D-1DD9-111D-A8B1-55C2EA5569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7361AC7-C9AC-B392-13EE-EBB4AA08CF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4F71F8-87A7-44C7-AE9A-E05A02B4F697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03930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361AE41-C850-8DE1-448A-AB72EB9CBD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7B13FBB4-505D-ED51-131C-0CD39D57E8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2D0834B9-7EA8-96C4-F290-57AD8FBF81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EAEC04-0102-45D4-8042-B405E305037C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92932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432F7CF-1EBA-3E41-9DD0-8F6684E5DB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56D5A2B-8F51-BA0A-4D78-4D552CCDAF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3EE1699-A080-C9F3-44DF-714D445AEC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3DF09F-FE27-4849-B134-C37D97234EC3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6339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411E275-F718-EC0A-898D-75C5EFC98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0770532-1DBF-8728-0BFB-1D240E4194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8F6F6D4-6FF6-2381-E13B-996EACF34B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2B91FD-18A3-4C1B-81AA-658831EDA7C4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8268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EF8DB0F-61C4-764C-06A4-678D234B9A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96D4EDE-4A01-B341-9FDF-5161D97EAC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33CE6E2-9048-E661-1E7E-434B7248CD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A8CDB2-A035-42AD-A9E4-6F87A738EEE3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81905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B6486B3-3D7A-8454-6D84-37ED6001A4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00A8F18-73AF-F9F1-93A1-A4834837DC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BF6EEF8-58DE-7A57-2D4C-89F4A88DBA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760AC-AFB5-4EB6-BAB7-6A32F27D93E8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21258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1826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1826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4F34468-F818-EBF8-14B9-E12FB8565C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1F2275C-5CA9-CCFD-0B0D-CF379A6955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F2AD4FE7-A5F9-94CC-A675-A4032A35E9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D822C-77A8-418C-A4AF-2B19A3BBF9B9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44779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3AF486C-D41D-CAF5-D7E9-E0E3E1B5AE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242957E-2383-C907-4CA1-5F4B4BA6F4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EA3395A-7DE5-F30A-029F-8363A5BB90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15441-FB59-447A-8F7B-0118B6703BE5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1101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4F68017-32AF-C596-F8AE-FB92E83349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D017653-2C23-61D9-CFBA-9F330C2F23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905B6BD-39A4-626A-A0DB-51D29DD72D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0BBE0-9014-45BF-9363-EC6E3A4A51A5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49909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23C8CEE-EDFC-2025-9C41-39EBBBB822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17332D4-8139-0E2B-9241-749C6BE0A2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F4D5619-30EF-FD4A-2484-1DA7686D3F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875944-8D23-48C1-A5D3-DC1E35A0C184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63231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F4AC697-B63A-45EF-5A09-4FEE4B124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E85ADD5-6E64-57E8-46CB-917DBD8BD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55FE578-106A-CBCC-1670-FE09F13CB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E5D8F4-74E3-AE55-7155-A41ABD365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3CA9DFE-09A4-5C4A-5E68-31D40C9A9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C537DC7-9840-B06C-038A-4A4191F7D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BF14A834-4268-DB66-26CB-9A5194032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5400BBBA-AE00-B0A5-8D29-8569B51394D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BE96DDC9-1117-D137-3261-D5A282EDA7B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95243" name="Rectangle 11">
            <a:extLst>
              <a:ext uri="{FF2B5EF4-FFF2-40B4-BE49-F238E27FC236}">
                <a16:creationId xmlns:a16="http://schemas.microsoft.com/office/drawing/2014/main" id="{20BB0390-DB88-4202-AC41-271DFC8745C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0" hangingPunct="0">
              <a:buFontTx/>
              <a:buNone/>
              <a:defRPr sz="1400" noProof="1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44" name="Rectangle 12">
            <a:extLst>
              <a:ext uri="{FF2B5EF4-FFF2-40B4-BE49-F238E27FC236}">
                <a16:creationId xmlns:a16="http://schemas.microsoft.com/office/drawing/2014/main" id="{EF536FFF-AA6F-E57E-6564-9D71E741DB2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0" hangingPunct="0">
              <a:buFontTx/>
              <a:buNone/>
              <a:defRPr sz="1400" noProof="1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45" name="Rectangle 13">
            <a:extLst>
              <a:ext uri="{FF2B5EF4-FFF2-40B4-BE49-F238E27FC236}">
                <a16:creationId xmlns:a16="http://schemas.microsoft.com/office/drawing/2014/main" id="{74080882-09A7-BABC-BDD7-B65ED0A2D76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noProof="1"/>
            </a:lvl1pPr>
          </a:lstStyle>
          <a:p>
            <a:pPr>
              <a:defRPr/>
            </a:pPr>
            <a:fld id="{E1CF03E4-1331-4382-B2EB-776F302E7C57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3423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D0E4B08D-6C49-5AB5-776E-5EE17821B6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617538"/>
            <a:ext cx="7793037" cy="1082675"/>
          </a:xfrm>
        </p:spPr>
        <p:txBody>
          <a:bodyPr/>
          <a:lstStyle/>
          <a:p>
            <a:pPr algn="ctr" eaLnBrk="1" hangingPunct="1"/>
            <a:r>
              <a:rPr lang="zh-CN" altLang="en-US" sz="4000" dirty="0"/>
              <a:t>作业</a:t>
            </a:r>
            <a:r>
              <a:rPr lang="en-US" altLang="zh-CN" sz="4000" dirty="0"/>
              <a:t>3</a:t>
            </a:r>
            <a:endParaRPr lang="zh-CN" altLang="en-US" sz="4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EA454AE-F372-0581-6FF6-3F5281A4F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787" y="2221353"/>
            <a:ext cx="822642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一个过程流用管式热交换器进行加热。出口温度通过调节图中所示的蒸汽控制阀进行控制。在一次开环试验测试中，蒸汽压力从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突然从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18psig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变化到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20psig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，并且得到如下所示的温度数据。在归一条件下，控制阀和电流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压力转换器分别具有增益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𝐾𝑣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=0.9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𝑝𝑠𝑖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𝑝𝑠𝑖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KIP=0.75psi/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。试利用下列方法确定合适的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控制器：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 ZN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法。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(b) Lambda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法。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4202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D0E4B08D-6C49-5AB5-776E-5EE17821B6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617538"/>
            <a:ext cx="7793037" cy="1082675"/>
          </a:xfrm>
        </p:spPr>
        <p:txBody>
          <a:bodyPr/>
          <a:lstStyle/>
          <a:p>
            <a:pPr algn="ctr" eaLnBrk="1" hangingPunct="1"/>
            <a:r>
              <a:rPr lang="zh-CN" altLang="en-US" sz="4000" dirty="0"/>
              <a:t>作业</a:t>
            </a:r>
            <a:r>
              <a:rPr lang="en-US" altLang="zh-CN" sz="4000" dirty="0"/>
              <a:t>3</a:t>
            </a:r>
            <a:endParaRPr lang="zh-CN" altLang="en-US" sz="40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0C12BE-A3B3-C38A-44FD-1049C4194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659531"/>
              </p:ext>
            </p:extLst>
          </p:nvPr>
        </p:nvGraphicFramePr>
        <p:xfrm>
          <a:off x="865849" y="2532807"/>
          <a:ext cx="2569392" cy="3313851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27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2383">
                  <a:extLst>
                    <a:ext uri="{9D8B030D-6E8A-4147-A177-3AD203B41FA5}">
                      <a16:colId xmlns:a16="http://schemas.microsoft.com/office/drawing/2014/main" val="2314233024"/>
                    </a:ext>
                  </a:extLst>
                </a:gridCol>
              </a:tblGrid>
              <a:tr h="2630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t(min)</a:t>
                      </a:r>
                      <a:endParaRPr lang="zh-CN" sz="1400" b="1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  <a:r>
                        <a:rPr lang="en-US" altLang="zh-CN" sz="1400" baseline="-25000" dirty="0">
                          <a:solidFill>
                            <a:sysClr val="windowText" lastClr="000000"/>
                          </a:solidFill>
                        </a:rPr>
                        <a:t>2m</a:t>
                      </a:r>
                      <a:r>
                        <a:rPr lang="en-US" altLang="zh-CN" sz="1400" dirty="0">
                          <a:solidFill>
                            <a:sysClr val="windowText" lastClr="000000"/>
                          </a:solidFill>
                        </a:rPr>
                        <a:t>(Ma)</a:t>
                      </a:r>
                      <a:endParaRPr lang="zh-CN" altLang="zh-CN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6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zh-CN" sz="1400" b="1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12.0</a:t>
                      </a:r>
                      <a:endParaRPr lang="zh-CN" sz="1400" b="1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6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zh-CN" sz="1400" b="1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12.0</a:t>
                      </a:r>
                      <a:endParaRPr lang="zh-CN" sz="1400" b="1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6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zh-CN" sz="1400" b="1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12.5</a:t>
                      </a:r>
                      <a:endParaRPr lang="zh-CN" sz="1400" b="1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6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3</a:t>
                      </a:r>
                      <a:endParaRPr lang="zh-CN" sz="1400" b="1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13.1</a:t>
                      </a:r>
                      <a:endParaRPr lang="zh-CN" sz="1400" b="1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6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4</a:t>
                      </a:r>
                      <a:endParaRPr lang="zh-CN" sz="1400" b="1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14.0</a:t>
                      </a:r>
                      <a:endParaRPr lang="zh-CN" sz="1400" b="1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6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5</a:t>
                      </a:r>
                      <a:endParaRPr lang="zh-CN" sz="1400" b="1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14.8</a:t>
                      </a:r>
                      <a:endParaRPr lang="zh-CN" sz="1400" b="1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6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6</a:t>
                      </a:r>
                      <a:endParaRPr lang="zh-CN" sz="1400" b="1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15.4</a:t>
                      </a:r>
                      <a:endParaRPr lang="zh-CN" sz="1400" b="1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6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7</a:t>
                      </a:r>
                      <a:endParaRPr lang="zh-CN" sz="1400" b="1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16.1</a:t>
                      </a:r>
                      <a:endParaRPr lang="zh-CN" sz="1400" b="1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6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8</a:t>
                      </a:r>
                      <a:endParaRPr lang="zh-CN" sz="1400" b="1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16.4</a:t>
                      </a:r>
                      <a:endParaRPr lang="zh-CN" sz="1400" b="1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6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9</a:t>
                      </a:r>
                      <a:endParaRPr lang="zh-CN" sz="1400" b="1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16.8</a:t>
                      </a:r>
                      <a:endParaRPr lang="zh-CN" sz="1400" b="1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6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10</a:t>
                      </a:r>
                      <a:endParaRPr lang="zh-CN" sz="1400" b="1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16.9</a:t>
                      </a:r>
                      <a:endParaRPr lang="zh-CN" sz="1400" b="1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6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ysClr val="windowText" lastClr="000000"/>
                          </a:solidFill>
                          <a:effectLst/>
                        </a:rPr>
                        <a:t>11</a:t>
                      </a:r>
                      <a:endParaRPr lang="zh-CN" sz="1400" b="1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17.0</a:t>
                      </a:r>
                      <a:endParaRPr lang="zh-CN" sz="1400" b="1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46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12</a:t>
                      </a:r>
                      <a:endParaRPr lang="zh-CN" sz="1400" b="1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16.9</a:t>
                      </a:r>
                      <a:endParaRPr lang="zh-CN" sz="1400" b="1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3" name="对象 5">
            <a:extLst>
              <a:ext uri="{FF2B5EF4-FFF2-40B4-BE49-F238E27FC236}">
                <a16:creationId xmlns:a16="http://schemas.microsoft.com/office/drawing/2014/main" id="{393C5E07-3C4E-9ADD-DDC2-2EB06C377F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2017" y="2732885"/>
          <a:ext cx="4862660" cy="2828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787900" imgH="2787650" progId="Visio.Drawing.11">
                  <p:embed/>
                </p:oleObj>
              </mc:Choice>
              <mc:Fallback>
                <p:oleObj r:id="rId3" imgW="4787900" imgH="2787650" progId="Visio.Drawing.11">
                  <p:embed/>
                  <p:pic>
                    <p:nvPicPr>
                      <p:cNvPr id="3" name="对象 5">
                        <a:extLst>
                          <a:ext uri="{FF2B5EF4-FFF2-40B4-BE49-F238E27FC236}">
                            <a16:creationId xmlns:a16="http://schemas.microsoft.com/office/drawing/2014/main" id="{393C5E07-3C4E-9ADD-DDC2-2EB06C377F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2017" y="2732885"/>
                        <a:ext cx="4862660" cy="2828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0527876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/>
      <a:bodyPr/>
      <a:lstStyle/>
      <a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a: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139</Words>
  <Application>Microsoft Office PowerPoint</Application>
  <PresentationFormat>全屏显示(4:3)</PresentationFormat>
  <Paragraphs>35</Paragraphs>
  <Slides>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等线</vt:lpstr>
      <vt:lpstr>Arial</vt:lpstr>
      <vt:lpstr>Calibri</vt:lpstr>
      <vt:lpstr>Cambria Math</vt:lpstr>
      <vt:lpstr>Tahoma</vt:lpstr>
      <vt:lpstr>Times New Roman</vt:lpstr>
      <vt:lpstr>Wingdings</vt:lpstr>
      <vt:lpstr>Blends</vt:lpstr>
      <vt:lpstr>Visio.Drawing.11</vt:lpstr>
      <vt:lpstr>作业3</vt:lpstr>
      <vt:lpstr>作业3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 YY</dc:creator>
  <cp:lastModifiedBy>Carol YY</cp:lastModifiedBy>
  <cp:revision>2</cp:revision>
  <dcterms:created xsi:type="dcterms:W3CDTF">2024-09-23T10:42:42Z</dcterms:created>
  <dcterms:modified xsi:type="dcterms:W3CDTF">2024-09-23T10:46:18Z</dcterms:modified>
</cp:coreProperties>
</file>